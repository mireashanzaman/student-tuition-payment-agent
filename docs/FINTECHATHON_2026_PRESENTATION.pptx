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7457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360" y="538380"/>
            <a:ext cx="793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FINTECHATHON 2026 | TOPIC C: CROSS-BORDER &amp; STUDENT FINANCE ASSISTANT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93360" y="838755"/>
            <a:ext cx="775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Tuition Payment Agent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12000" y="1764720"/>
            <a:ext cx="82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Cross-Border Settlement with Strict Permission Tiers &amp; Financial Guardrails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88160" y="2475000"/>
            <a:ext cx="8167680" cy="201168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286000" y="2761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08640" y="3223890"/>
            <a:ext cx="732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 Eashan Zaman &amp; Ishmam Mubtasim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7360" y="3867840"/>
            <a:ext cx="800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International University-Bangladesh (AIUB) | Department of Computer Science &amp; Engineering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2">
            <a:extLst>
              <a:ext uri="{FF2B5EF4-FFF2-40B4-BE49-F238E27FC236}">
                <a16:creationId xmlns:a16="http://schemas.microsoft.com/office/drawing/2014/main" id="{078546F0-57EA-FCCD-D08A-99E178B35490}"/>
              </a:ext>
            </a:extLst>
          </p:cNvPr>
          <p:cNvSpPr/>
          <p:nvPr/>
        </p:nvSpPr>
        <p:spPr>
          <a:xfrm>
            <a:off x="5975280" y="1656361"/>
            <a:ext cx="2630880" cy="3121379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F29982FB-C641-6C78-A921-E8911BB8E56D}"/>
              </a:ext>
            </a:extLst>
          </p:cNvPr>
          <p:cNvSpPr/>
          <p:nvPr/>
        </p:nvSpPr>
        <p:spPr>
          <a:xfrm>
            <a:off x="3192000" y="1656361"/>
            <a:ext cx="2630880" cy="3121379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BACKGROUND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725447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International Tuition Remittance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08720" y="1656361"/>
            <a:ext cx="2630880" cy="3121379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08720" y="1987921"/>
            <a:ext cx="263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FX Markups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08720" y="2652120"/>
            <a:ext cx="2630880" cy="20732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 advertise low upfront fees but conceal 2%–5% exchange rate markups in the BDT/USD conversion rate, costing families tens of thousands of extra BDT each semester.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92000" y="1990081"/>
            <a:ext cx="263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Intermediary Wire Delays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92000" y="2571750"/>
            <a:ext cx="2630880" cy="2205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SWIFT wire transfers pass through multiple correspondent banks, taking 3 to 5 business days and triggering university enrollment holds or late penalty fees.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75280" y="1990081"/>
            <a:ext cx="263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Explainability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75280" y="2571750"/>
            <a:ext cx="2630880" cy="2205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receive zero real-time guidance on which payment corridor offers the safest arrival time, best effective rate, or lowest landed cost for their university.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2">
            <a:extLst>
              <a:ext uri="{FF2B5EF4-FFF2-40B4-BE49-F238E27FC236}">
                <a16:creationId xmlns:a16="http://schemas.microsoft.com/office/drawing/2014/main" id="{72C12C2F-D149-1D5D-0574-FA356DED0507}"/>
              </a:ext>
            </a:extLst>
          </p:cNvPr>
          <p:cNvSpPr/>
          <p:nvPr/>
        </p:nvSpPr>
        <p:spPr>
          <a:xfrm>
            <a:off x="0" y="4111935"/>
            <a:ext cx="9144000" cy="7086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A1E25330-F0BA-AEDF-55D0-E876F8279F5E}"/>
              </a:ext>
            </a:extLst>
          </p:cNvPr>
          <p:cNvSpPr/>
          <p:nvPr/>
        </p:nvSpPr>
        <p:spPr>
          <a:xfrm>
            <a:off x="0" y="3141705"/>
            <a:ext cx="9144000" cy="7086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9CBA6D69-5C81-6F91-E923-2AC5D75ABA67}"/>
              </a:ext>
            </a:extLst>
          </p:cNvPr>
          <p:cNvSpPr/>
          <p:nvPr/>
        </p:nvSpPr>
        <p:spPr>
          <a:xfrm>
            <a:off x="0" y="2188815"/>
            <a:ext cx="9144000" cy="7086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0" y="25965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&amp;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527265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Solution: Autonomous Tuition Payment Agent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1224495"/>
            <a:ext cx="9144000" cy="7086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1224495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Multi-Objective Route Optimization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0" y="1521675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Dynamically balances total landed cost (exchange markup + fees), delivery speed (hours), and corridor historical reliability score (0-100%).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2177385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Deadline Sentinel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0" y="2466375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Calculates expected arrival dates against the university tuition invoice deadline, injecting urgent warnings when routes risk missing registration.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0" y="3153795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Tri-Tier Permission Safety System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3450975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strict READ_ONLY, DRAFT, and EXECUTE tiers. Autonomous AI operates only in READ_ONLY/DRAFT; moving funds requires explicit human authorization.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0" y="4106685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"Why I Chose This" Engine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0" y="440757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down scoring weights (50% Cost, 30% Speed, 20% Reliability) so students maintain complete understanding and autonomy over their financial decisions.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ENGINEERING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Monorepo Architecture &amp; Stack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56032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UI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 Hybrid (SSG + CSR)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SSG Home &amp; FAQ load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 CSR Chat &amp; Dashboard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Vanilla CSS custom design tokens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Frosted glassmorphism interface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463040"/>
            <a:ext cx="256032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11880" y="1965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NestJS Enterprise Microservices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11880" y="246888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 NestJS controllers &amp; guards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SOLID principles compliance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Strict Zod runtime contracts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Axios HTTP banking transport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256032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0936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Persistence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09360" y="1965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16 + In-Memory Fallback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ACID-compliant relational schema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Append-only audit trail logging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Automatic schema &amp; demo seeds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Dockerized single-command spinup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23960" y="1463040"/>
            <a:ext cx="256032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0684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&amp; Safety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006840" y="1965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1.5 Flash + Local Sandbox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006840" y="2468880"/>
            <a:ext cx="2194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Tool calling function definitions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Deterministic offline sandbox mode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Compiled prompt injection filter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Armor WAF middleware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SAFETY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Tri-Tier Permission Architecture (Security 30%)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132588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600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READ_ONLY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6276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&amp; AUTONOMOUS AI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1965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Capabilities: Querying balances, comparing remittance corridors, inspecting audit logs, and informational chat.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Enforcement: Autonomous LLM is completely unrestricted here. Zero financial risk.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971800"/>
            <a:ext cx="10607040" cy="132588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3108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2: DRAFT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31363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ASSISTANT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3474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Capabilities: Reserving corridor rates, validating recipient university credentials, and creating pending drafts.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840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Enforcement: No money moves! Generates a single-use cryptographic confirmation token. Balance is unchanged.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480560"/>
            <a:ext cx="10607040" cy="132588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4617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3: EXECUTE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54880" y="4645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ONLY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05840" y="4983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Capabilities: Deducting funds, clearing transactions with bank gateway rails, or executing Saga rollbacks.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5349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Enforcement: Automated AI execution is strictly BLOCKED by policy guard. Requires explicit user consent token.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INTELLIGENCE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Multi-Objective Corridors &amp; Scoring Formula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07040" cy="91440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SCORE FORMULA: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1783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= (0.50 × CostScore) + (0.30 × SpeedScore) + (0.20 × ReliabilityScore) - DeadlinePenalty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560320"/>
            <a:ext cx="2560320" cy="3291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EduPay Prime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#1 (Best Overall)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6576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Exchange: 119.19 BDT/USD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Fees: 350 BDT + 0.15%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Speed: 24 Hours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Reliability: 99%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2560320"/>
            <a:ext cx="2560320" cy="3291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6616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SwiftWire Express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3200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 Choice (Fastest)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66160" y="36576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Exchange: 120.10 BDT/USD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Fees: 1,200 BDT + 0.35%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Speed: 4 Hours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Reliability: 97%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2560320"/>
            <a:ext cx="2560320" cy="3291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6364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GlobalCampus Pay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0" y="3200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MTO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63640" y="36576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Exchange: 119.80 BDT/USD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Fees: 600 BDT + 0.20%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Speed: 48 Hours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Reliability: 94%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823960" y="2560320"/>
            <a:ext cx="2560320" cy="3291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96112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Bank Wire (SWIFT TT)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961120" y="3200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Commercial Bank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961120" y="365760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Exchange: 121.50 BDT/USD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Fees: 2,500 BDT + 0.50%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Speed: 72 Hours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Reliability: 89%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SHOWCASE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Evaluation Execution 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Inquire &amp; Compare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asks "Pay my $3,000 tuition from BDT". Agent queries balance (850,000 BDT) and evaluates 4 remittance corridors.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46304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309360" y="16002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Draft Creation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96596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Selects EduPay Prime. Draft TRX-3C58DEBA created for $3,000 USD (358,454.85 BDT). Balance remains 850,000 BDT.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3063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Human Authorization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4290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clicks [Authorize &amp; Confirm]. Cryptographic token verified. Deducts 358,454.85 BDT; balance updates to 491,545.15 BDT.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292608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09360" y="3063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Atomic Saga Rollback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34290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rollback restores 358,454.85 BDT to student account immediately. Balance returns to 850,000.00 BDT.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438912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4526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5: Over-Limit Rejection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48920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Attempting $4,500 USD (537,507.28 BDT) is blocked by FinancialLimitsGuard (&gt;400,000 BDT ceiling) and logged.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4389120"/>
            <a:ext cx="5212080" cy="128016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09360" y="4526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6: WAF &amp; Injection Defense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09360" y="48920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prompt injections and SHELL_BOMB (:(){ :|:&amp; };:) are neutralized and logged with HTTP 403 Forbidden.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INTEGRITY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Append-Only Audit Logging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645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SANDBOX AUDIT TRAIL EXPORT (execution-evidence.json)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01168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AUTH_LOGIN_SUCCESS (READ_ONLY): Student STU-2026-BDT01 authenticated via JWT session token.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ROUTE_COMPARISON (READ_ONLY): Compared 4 corridors for $3000 USD (Best: EduPay Prime, score 90.9).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DRAFT_CREATED (DRAFT): Draft TRX-3C58DEBA generated for $3000 USD (358,454.85 BDT) with single-use token.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CONFIRM_SUCCESS (EXECUTE): Deducted 358,454.85 BDT. Updated balance: 491,545.15 BDT.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TRANSFER_COMPENSATED (EXECUTE): Saga rollback executed: 358,454.85 BDT restored to student account.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SAFETY_LIMIT_TRIGGERED (DRAFT): BLOCKED transfer draft of 537,507.28 BDT (&gt; 400,000 BDT ceiling).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PROMPT_INJECTION_FLAGGED (READ_ONLY): Detected and neutralized attempt to override financial limits.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PENETRATION_ATTACK_BLOCKED (READ_ONLY): Security Armor WAF blocked SHELL_BOMB payload on /api/chat.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 Suite Verification (80/80 Passed)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TESTS: test/security.spec.ts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19456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Verified Invariant Criteria: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Per-transfer limit (400,000 BDT) enforcement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spending limit (1,000,000 BDT) enforcement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blocked from unilateral execution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Human consent validation &amp; token expiry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Saga compensating transaction rollback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Multi-objective route calculation math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Proactive deadline warning sentinel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Prompt injection neutralization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SOLID design principles verification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463040"/>
            <a:ext cx="5212080" cy="438912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 TESTS: test/security-hardening.spec.ts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219456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Hardening &amp; Penetration Criteria: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IP-based login rate limiting (5 / 15m)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Chat request rate limiting (20 / min)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Multi-tenant student data isolation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Tamper-proof JWT token validation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Production startup env invariant verification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Prototype pollution defense (__proto__)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WAF shell-bomb (:(){ :|:&amp; };:) neutralization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 injection &amp; path traversal blocks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Sandbox reset admin-only protection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Production Next Steps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07040" cy="1005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600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Short-Term: University SIS &amp; Canvas LMS Integration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965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invoice import and instant tuition verification via Canvas, Blackboard, and Ellucian Banner APIs.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10607040" cy="1005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05840" y="2788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Medium-Term: National Bank RTGS Clearing Rails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1546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Partnering with central bank sandbox for instant real-time gross settlement (RTGS) directly into university accounts.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840480"/>
            <a:ext cx="10607040" cy="1005840"/>
          </a:xfrm>
          <a:prstGeom prst="rect">
            <a:avLst/>
          </a:prstGeom>
          <a:solidFill>
            <a:srgbClr val="1C2541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77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Long-Term: Split-Currency &amp; Student Loan Syndication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43434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multi-party payments (partial from BDT family savings, partial from foreign education loan facilities).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3035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to the judges and FinTechathon 2026 organizers! Questions &amp; Answers Welcome.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1286</Words>
  <Application>Microsoft Office PowerPoint</Application>
  <PresentationFormat>On-screen Show (16:9)</PresentationFormat>
  <Paragraphs>181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Eshan Zaman</cp:lastModifiedBy>
  <cp:revision>2</cp:revision>
  <dcterms:created xsi:type="dcterms:W3CDTF">2026-10-17T21:00:22Z</dcterms:created>
  <dcterms:modified xsi:type="dcterms:W3CDTF">2026-10-17T21:29:11Z</dcterms:modified>
</cp:coreProperties>
</file>